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Electrification and Water Supply Works, District Hospital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specifications (demonstration only)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762000"/>
            <a:ext cx="8128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1. Electrical wiring: PVC insulated copper conductor house wiring cable, 1.5 sq mm, conforming to IS 694:2010 with all amendments. Tests as per IS 10810. Cables shall bear the ISI mark under a valid BIS licence.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762000"/>
            <a:ext cx="8128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2. LT power cable: 3.5 core 95 sq mm aluminium conductor armoured XLPE cable, 1.1 kV, conforming to IS 7098 (Part 1):1988. Cables shall bear the ISI mark.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762000"/>
            <a:ext cx="8128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3. Water supply pipes: uPVC pipes for potable water supply, 90 mm and 110 mm, conforming to IS 4985:2000.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762000"/>
            <a:ext cx="8128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4. Water storage: Rotational moulded polyethylene overhead water storage tank, 1000 litre capacity, conforming to IS 12701:1996. Migration test as per IS 9845:1998.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762000"/>
            <a:ext cx="8128000" cy="5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5. Street lighting: LED street light luminaire 60 W, IP66, conforming to IS 10322 (Part 5/Sec 3):2012.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